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Stop Chasing Spam Leads.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Start Closing Verified Partnerships.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Welcome to Nexus, India's first closed-loop ecosystem that turns raw data into active, high-trust B2B deals.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Problem: The Indian B2B Disconnect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334155"/>
                </a:solidFill>
              </a:rPr>
              <a:t>1. The Legacy Trap: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Platforms like IndiaMART or JustDial sell the exact same lead to 10 different companies. You pay just to enter a race to the bottom on pricing.
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2. The Trust Deficit: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It is incredibly hard to verify who is genuine and who is a fly-by-night operator.
</a:t>
            </a:r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3. The Relationship Blindspot:
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Indian business runs on 'jugaad', but you have no digital way to map your connections to decision-makers.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Solution: Enter the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Nexus is a revolutionary platform that merges world-class lead intelligence with a live, high-trust transactional marketplace.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563EB"/>
                </a:solidFill>
              </a:rPr>
              <a:t>FIND the perfect verified target.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MAP your route to their decision-makers.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BID on their active requests instantly.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Core Features: The Arsenal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Global Matchmaker: AI-driven search to instantly find companies matching your exact ideal client profile.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Network Mapper: Visually graph your connections to see exactly who can introduce you.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Data Enrichment: Upload a raw list of domains, and instantly download fully enriched financial and personnel data.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The B2B Marketplace: Post your business problems, or bid on solutions requested by other verified Indian companies.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Secure Encrypted Chat: Negotiate terms instantly in a private, encrypted thread.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Uncompromising Security &amp; Tech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Military-Grade Hashing: User credentials are mathematically encrypted using one-way bcrypt hashing.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Relational Integrity: Powered by PostgreSQL and Prisma ORM to ensure your data is never lost or corrupted.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Edge-Optimized Speed: Built on Next.js 15 for instantaneous, zero-latency dashboard performance.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Privacy First: Chat threads and marketplace bids are tightly locked by rigorous server-side authentication rules.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supercharge your B2B growth?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</a:rPr>
              <a:t>Create your free Nexus Workspace today and get 3 complementary intelligence credits.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2026-07-07T17:24:00Z</dcterms:created>
  <dcterms:modified xsi:type="dcterms:W3CDTF">2026-07-07T17:24:00Z</dcterms:modified>
</cp:coreProperties>
</file>