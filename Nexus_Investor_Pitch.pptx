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Future of Indian B2B Commerce is Unified.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Bridging the $100B+ gap between MSME data and actionable, high-trust marketplace transactions in India.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The Billion-Dollar Inefficiency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The IndiaMART/JustDial Problem: Companies pay heavily for leads that are shared with multiple competitors simultaneously, leading to price wars and spam.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Intent Disconnect: Indian startups and MSMEs spend heavily on outbound marketing, but have no way of knowing when targets actually need their services.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WhatsApp &amp; Spreadsheet Fatigue: B2B deals in India happen through chaotic, unstructured WhatsApp chats and unsecure spreadsheets.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The Solution: A Closed-Loop Ecosystem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Nexus allows an Indian business to execute the entire partnership lifecycle in one beautifully designed interface.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1. Identify (Global Matchmaker)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2. Contextualize (Network Mapper &amp; Data Enrichment)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3. Transact (Marketplace Bidding &amp; Encrypted Chat)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The Moat: By moving Indian MSMEs away from unstructured WhatsApp deals and into a secure, verifiable platform, Nexus captures unparalleled behavioral data.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The Revenue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1. Freemium &amp; The Credit Economy: Recurring Credit Packs (e.g., ₹999/pack) for Intelligence tools.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2. Marketplace Transaction Fees: 2-5% of successful contracts sourced and signed through the Nexus Chat/Bidding system.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3. Enterprise Subscriptions (SaaS): Premium tiers (₹4,999 - ₹14,999/month) for unlimited network mapping and CRM integrations.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4. Verified Trust Badges (The Blue Tick): Companies pay a premium (with strict KYC verification) to be Nexus Verified.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Join us in building the unified B2B future of India.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BEAFE"/>
                </a:solidFill>
              </a:rPr>
              <a:t>We are raising our Seed round to accelerate customer acquisition and build out our predictive AI matching algorithms.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2026-07-07T17:24:00Z</dcterms:created>
  <dcterms:modified xsi:type="dcterms:W3CDTF">2026-07-07T17:24:00Z</dcterms:modified>
</cp:coreProperties>
</file>